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67" d="100"/>
          <a:sy n="67" d="100"/>
        </p:scale>
        <p:origin x="63" y="3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6F52D-34EE-2B53-60A7-F78018AC1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B76481-E549-A9E6-F1D1-C98527D68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076DD-8E9C-FE62-2AD3-DC41F0FAA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21BA0-3C23-4128-AF0A-2161D62D7404}" type="datetimeFigureOut">
              <a:rPr lang="en-GB" smtClean="0"/>
              <a:t>10/02/2026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6ACD8-3C54-C5C9-94E1-325EC610E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67F0D5-A207-4D0A-C4B1-29B20A907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8DF52-9A02-487A-8EFB-58D594EAD6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1768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44751-B426-4183-A06C-A17DA3B13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81731-06DA-DE18-CD14-2D99DBFD8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69FF1-46C4-EC08-5433-CB8C67505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21BA0-3C23-4128-AF0A-2161D62D7404}" type="datetimeFigureOut">
              <a:rPr lang="en-GB" smtClean="0"/>
              <a:t>10/02/2026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B3EC7-4B0D-8B43-BD8C-D868A3FAF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696C02-3237-1F17-C688-2F2930D82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8DF52-9A02-487A-8EFB-58D594EAD6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1443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D0F99-3DC0-1A3C-1F3B-112C9F861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51AB2-D41B-A5C0-A17B-CEAF55C6F9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DE118F-0515-7801-7E41-E6DD05EAD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21BA0-3C23-4128-AF0A-2161D62D7404}" type="datetimeFigureOut">
              <a:rPr lang="en-GB" smtClean="0"/>
              <a:t>10/02/2026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F6E00-198E-AFA7-B17C-D32C40E56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E5834-79A3-7215-6795-01ADA1384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8DF52-9A02-487A-8EFB-58D594EAD6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412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15AC-2B08-41EF-5100-6735AB8A0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B1917-40EB-AD07-2475-4EDAA77620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46AA64-AE71-E907-ED86-2767BAECAA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A391C3-085E-BFDC-7AEE-F1EDDAC03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21BA0-3C23-4128-AF0A-2161D62D7404}" type="datetimeFigureOut">
              <a:rPr lang="en-GB" smtClean="0"/>
              <a:t>10/02/2026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EEEB07-9A4F-4151-1E3F-1A40D9455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7E5B8F-A4F8-46A3-A490-4D3381CB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8DF52-9A02-487A-8EFB-58D594EAD6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4122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683E8-941A-5DED-D7B1-9691C4793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E1862E-563F-6288-F6BE-C75273216B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F47CA4-DBF6-1F09-C2E3-3D96714F3C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114590-7661-2839-48DC-53EAD00D7F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E5CCA9-EEA2-095B-7471-689EE8111A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693B96-153B-78B5-E70B-67672963B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21BA0-3C23-4128-AF0A-2161D62D7404}" type="datetimeFigureOut">
              <a:rPr lang="en-GB" smtClean="0"/>
              <a:t>10/02/2026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FDB0D2-1117-0C10-A4AD-11FF0327C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4875F8-5CCA-4420-763C-875B0A81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8DF52-9A02-487A-8EFB-58D594EAD6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5524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E7241-D163-05BC-BEC2-B0E09FCAA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415BE1-9F2C-3AE2-4E79-36BF923C9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21BA0-3C23-4128-AF0A-2161D62D7404}" type="datetimeFigureOut">
              <a:rPr lang="en-GB" smtClean="0"/>
              <a:t>10/02/2026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4F9924-017C-4A54-D27E-81FDBA627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5CD3C3-2049-47E6-10B0-528406A39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8DF52-9A02-487A-8EFB-58D594EAD6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3040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7C43C4-7B6A-2D4F-F04B-B92DDE831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21BA0-3C23-4128-AF0A-2161D62D7404}" type="datetimeFigureOut">
              <a:rPr lang="en-GB" smtClean="0"/>
              <a:t>10/02/2026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D53D4D-928E-64F7-64EE-BA401BB97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0F8662-D6B4-8C35-9BEF-B1A5B0C29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8DF52-9A02-487A-8EFB-58D594EAD6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169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F317A-8144-55D5-675A-2ACF79E3D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AB666-F76E-4CFC-A8BC-63D9CAF8B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11774A-ACF2-DDA9-0D7C-F08CC31A5D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69F8EB-1A4C-F781-30CA-D29878D91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21BA0-3C23-4128-AF0A-2161D62D7404}" type="datetimeFigureOut">
              <a:rPr lang="en-GB" smtClean="0"/>
              <a:t>10/02/2026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57835-8E8E-66D9-5B02-C45E255D4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E2D36D-CF36-BEED-EC9E-FA9B3C4CB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8DF52-9A02-487A-8EFB-58D594EAD6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9392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F6F68-DCCF-0E50-A27B-983E894C1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47DF1F-1317-03AC-4463-21F9E53F95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4CAF79-66E6-2492-5FCD-A836B511FF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17857D-C0C9-A363-7934-07E84E841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21BA0-3C23-4128-AF0A-2161D62D7404}" type="datetimeFigureOut">
              <a:rPr lang="en-GB" smtClean="0"/>
              <a:t>10/02/2026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82AFC8-6744-5D21-CDB5-F989FEC1B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C62E8B-7A4F-6D92-356B-E27F7303F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8DF52-9A02-487A-8EFB-58D594EAD6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6454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2E18D-158E-540A-E0BC-A66C1A6AA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6B55C7-A942-BC11-3489-45AEACE0A4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71AC41-9720-9C68-EFC9-BF3966665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21BA0-3C23-4128-AF0A-2161D62D7404}" type="datetimeFigureOut">
              <a:rPr lang="en-GB" smtClean="0"/>
              <a:t>10/02/2026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FB3E0-C97C-1C29-5122-938771B8E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1B3D9-C3E4-A3A4-CBFC-6C17CB005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8DF52-9A02-487A-8EFB-58D594EAD6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6970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0952CA-9726-6624-D12E-326EA71CF1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FADC49-4C3A-70CA-891C-1A00BBF83B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54476-F06F-97BC-7F15-001C2CF79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21BA0-3C23-4128-AF0A-2161D62D7404}" type="datetimeFigureOut">
              <a:rPr lang="en-GB" smtClean="0"/>
              <a:t>10/02/2026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F805F4-1823-69A4-7125-5FFD6F530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67AE57-ABC7-D30C-2A5D-7CB22750B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8DF52-9A02-487A-8EFB-58D594EAD6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5510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6B5F72-C485-E0E3-024D-63835760F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8BC23E-81B2-EE5D-4EC7-34FB680BD5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55481-2481-C39E-36D1-84D5DD8714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721BA0-3C23-4128-AF0A-2161D62D7404}" type="datetimeFigureOut">
              <a:rPr lang="en-GB" smtClean="0"/>
              <a:t>10/02/2026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3BEBD-7316-0D1A-78D8-EC5E5026B5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91AD8-73DA-E911-F5F4-165D597005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48DF52-9A02-487A-8EFB-58D594EAD6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5605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95619-9464-D385-53E1-A3085F7602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Bank Account Opening Fraud Detection using Logistic Regression and </a:t>
            </a:r>
            <a:r>
              <a:rPr lang="en-GB"/>
              <a:t>XGBoost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BD63D-872B-DD79-B5A8-35BC363088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4140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Bank Account Opening Fraud Detection using Logistic Regression and XGBoost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Zhaozhi Li</dc:creator>
  <cp:lastModifiedBy>Zhaozhi Li</cp:lastModifiedBy>
  <cp:revision>2</cp:revision>
  <dcterms:created xsi:type="dcterms:W3CDTF">2026-02-10T15:29:50Z</dcterms:created>
  <dcterms:modified xsi:type="dcterms:W3CDTF">2026-02-10T15:33:41Z</dcterms:modified>
</cp:coreProperties>
</file>